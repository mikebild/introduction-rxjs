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62" r:id="rId6"/>
    <p:sldId id="264" r:id="rId7"/>
    <p:sldId id="258" r:id="rId8"/>
    <p:sldId id="260" r:id="rId9"/>
    <p:sldId id="261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3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83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72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86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35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27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00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77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48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04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40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8C39-6178-4FF5-BD93-3657B730ABB4}" type="datetimeFigureOut">
              <a:rPr lang="de-DE" smtClean="0"/>
              <a:t>16.06.2012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73B16-7F08-4280-A96B-C52D185169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77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88640"/>
            <a:ext cx="8877300" cy="626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781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328612"/>
            <a:ext cx="8743950" cy="620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519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8125"/>
            <a:ext cx="8724900" cy="638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479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0728" y="-603448"/>
            <a:ext cx="16661332" cy="8030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0080" y="1832625"/>
            <a:ext cx="107646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~41 kb Javascript</a:t>
            </a:r>
          </a:p>
          <a:p>
            <a:r>
              <a:rPr lang="de-DE" sz="2800" dirty="0">
                <a:solidFill>
                  <a:schemeClr val="bg1"/>
                </a:solidFill>
              </a:rPr>
              <a:t>Event-driven (reactive) Javascript programming</a:t>
            </a:r>
          </a:p>
          <a:p>
            <a:r>
              <a:rPr lang="de-DE" sz="2800" dirty="0">
                <a:solidFill>
                  <a:schemeClr val="bg1"/>
                </a:solidFill>
              </a:rPr>
              <a:t>Developed by Microsoft, originally for .NET</a:t>
            </a:r>
          </a:p>
          <a:p>
            <a:r>
              <a:rPr lang="de-DE" sz="2800" dirty="0">
                <a:solidFill>
                  <a:schemeClr val="bg1"/>
                </a:solidFill>
              </a:rPr>
              <a:t>Observable = stream of </a:t>
            </a:r>
            <a:r>
              <a:rPr lang="de-DE" sz="2800" dirty="0" smtClean="0">
                <a:solidFill>
                  <a:schemeClr val="bg1"/>
                </a:solidFill>
              </a:rPr>
              <a:t>events</a:t>
            </a:r>
            <a:endParaRPr lang="de-DE" sz="2800" dirty="0">
              <a:solidFill>
                <a:schemeClr val="bg1"/>
              </a:solidFill>
            </a:endParaRPr>
          </a:p>
          <a:p>
            <a:r>
              <a:rPr lang="de-DE" sz="2800" dirty="0">
                <a:solidFill>
                  <a:schemeClr val="bg1"/>
                </a:solidFill>
              </a:rPr>
              <a:t>Combinators (like FP list operations)</a:t>
            </a:r>
          </a:p>
          <a:p>
            <a:r>
              <a:rPr lang="de-DE" sz="2800" dirty="0">
                <a:solidFill>
                  <a:schemeClr val="bg1"/>
                </a:solidFill>
              </a:rPr>
              <a:t>No mutable state! s/forloop/mapreduce/</a:t>
            </a:r>
          </a:p>
          <a:p>
            <a:r>
              <a:rPr lang="de-DE" sz="2800" dirty="0">
                <a:solidFill>
                  <a:schemeClr val="bg1"/>
                </a:solidFill>
              </a:rPr>
              <a:t>Think Excel!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528" y="188640"/>
            <a:ext cx="5893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smtClean="0">
                <a:solidFill>
                  <a:schemeClr val="bg1"/>
                </a:solidFill>
              </a:rPr>
              <a:t>Reactive Extentions for JavaScript</a:t>
            </a:r>
            <a:endParaRPr lang="de-D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96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0728" y="-603448"/>
            <a:ext cx="16661332" cy="8030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1771069"/>
            <a:ext cx="107646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>
                <a:solidFill>
                  <a:schemeClr val="bg1"/>
                </a:solidFill>
              </a:rPr>
              <a:t>Bindings/Bridges </a:t>
            </a:r>
            <a:r>
              <a:rPr lang="de-DE" sz="2000" b="1" dirty="0">
                <a:solidFill>
                  <a:schemeClr val="bg1"/>
                </a:solidFill>
              </a:rPr>
              <a:t>to JQuery, HTML, etc</a:t>
            </a:r>
          </a:p>
          <a:p>
            <a:endParaRPr lang="de-DE" sz="2000" dirty="0" smtClean="0">
              <a:solidFill>
                <a:schemeClr val="bg1"/>
              </a:solidFill>
            </a:endParaRPr>
          </a:p>
          <a:p>
            <a:r>
              <a:rPr lang="de-DE" sz="2000" b="1" dirty="0" smtClean="0">
                <a:solidFill>
                  <a:schemeClr val="bg1"/>
                </a:solidFill>
              </a:rPr>
              <a:t>DOM</a:t>
            </a:r>
            <a:endParaRPr lang="de-DE" sz="2000" b="1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</a:rPr>
              <a:t>document.getElementById("slide").onclick = function() { console.log("hello") </a:t>
            </a:r>
            <a:r>
              <a:rPr lang="de-DE" sz="2000" dirty="0" smtClean="0">
                <a:solidFill>
                  <a:schemeClr val="bg1"/>
                </a:solidFill>
              </a:rPr>
              <a:t>}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>
                <a:solidFill>
                  <a:schemeClr val="bg1"/>
                </a:solidFill>
              </a:rPr>
              <a:t>jQuery</a:t>
            </a:r>
          </a:p>
          <a:p>
            <a:r>
              <a:rPr lang="de-DE" sz="2000" dirty="0">
                <a:solidFill>
                  <a:schemeClr val="bg1"/>
                </a:solidFill>
              </a:rPr>
              <a:t>$("#slide").click(function() { console.log("hello") </a:t>
            </a:r>
            <a:r>
              <a:rPr lang="de-DE" sz="2000" dirty="0" smtClean="0">
                <a:solidFill>
                  <a:schemeClr val="bg1"/>
                </a:solidFill>
              </a:rPr>
              <a:t>})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>
                <a:solidFill>
                  <a:schemeClr val="bg1"/>
                </a:solidFill>
              </a:rPr>
              <a:t>RxJs</a:t>
            </a:r>
          </a:p>
          <a:p>
            <a:r>
              <a:rPr lang="de-DE" sz="2000" dirty="0">
                <a:solidFill>
                  <a:schemeClr val="bg1"/>
                </a:solidFill>
              </a:rPr>
              <a:t>$("#slide").toObservable("click").Subscribe(function() { console.log("hello</a:t>
            </a:r>
            <a:r>
              <a:rPr lang="de-DE" sz="2000" dirty="0" smtClean="0">
                <a:solidFill>
                  <a:schemeClr val="bg1"/>
                </a:solidFill>
              </a:rPr>
              <a:t>")})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 smtClean="0">
                <a:solidFill>
                  <a:schemeClr val="bg1"/>
                </a:solidFill>
              </a:rPr>
              <a:t>Rx-HTML</a:t>
            </a:r>
            <a:endParaRPr lang="de-DE" sz="2000" b="1" dirty="0">
              <a:solidFill>
                <a:schemeClr val="bg1"/>
              </a:solidFill>
            </a:endParaRPr>
          </a:p>
          <a:p>
            <a:r>
              <a:rPr lang="de-DE" sz="2000" b="1" dirty="0" smtClean="0">
                <a:solidFill>
                  <a:schemeClr val="bg1"/>
                </a:solidFill>
              </a:rPr>
              <a:t>Rx-jQuery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188640"/>
            <a:ext cx="5893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smtClean="0">
                <a:solidFill>
                  <a:schemeClr val="bg1"/>
                </a:solidFill>
              </a:rPr>
              <a:t>Reactive Extentions for JavaScript</a:t>
            </a:r>
            <a:endParaRPr lang="de-D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8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0728" y="-603448"/>
            <a:ext cx="16661332" cy="8030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88640"/>
            <a:ext cx="6819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smtClean="0">
                <a:solidFill>
                  <a:schemeClr val="bg1"/>
                </a:solidFill>
              </a:rPr>
              <a:t>Reactive Extentions for .</a:t>
            </a:r>
            <a:r>
              <a:rPr lang="de-DE" sz="3200" b="1" dirty="0" smtClean="0">
                <a:solidFill>
                  <a:schemeClr val="bg1"/>
                </a:solidFill>
              </a:rPr>
              <a:t>NET/JavaScript</a:t>
            </a:r>
            <a:endParaRPr lang="de-DE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C:\Users\mike.bild\Desktop\Rx101Js\Intro\over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73415"/>
            <a:ext cx="7992888" cy="60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24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200025"/>
            <a:ext cx="8734425" cy="645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78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95263"/>
            <a:ext cx="8763000" cy="646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889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223838"/>
            <a:ext cx="8772525" cy="641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033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Bild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Bild</dc:creator>
  <cp:lastModifiedBy>Mike Bild</cp:lastModifiedBy>
  <cp:revision>8</cp:revision>
  <dcterms:created xsi:type="dcterms:W3CDTF">2012-06-16T03:37:08Z</dcterms:created>
  <dcterms:modified xsi:type="dcterms:W3CDTF">2012-06-16T03:58:49Z</dcterms:modified>
</cp:coreProperties>
</file>